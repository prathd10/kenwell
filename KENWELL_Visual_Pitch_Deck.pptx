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4" b="1">
                <a:solidFill>
                  <a:srgbClr val="222222"/>
                </a:solidFill>
              </a:rPr>
              <a:t>KENWELL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27432"/>
          </a:xfrm>
          <a:prstGeom prst="rect">
            <a:avLst/>
          </a:prstGeom>
          <a:solidFill>
            <a:srgbClr val="5D7A5A"/>
          </a:solidFill>
          <a:ln>
            <a:solidFill>
              <a:srgbClr val="5D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840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84">
                <a:solidFill>
                  <a:srgbClr val="464646"/>
                </a:solidFill>
              </a:defRPr>
            </a:pPr>
            <a:r>
              <a:t>Modern premium wellness brand focused on clean, science-backed supplementation.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4" b="1">
                <a:solidFill>
                  <a:srgbClr val="222222"/>
                </a:solidFill>
              </a:rPr>
              <a:t>Brand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27432"/>
          </a:xfrm>
          <a:prstGeom prst="rect">
            <a:avLst/>
          </a:prstGeom>
          <a:solidFill>
            <a:srgbClr val="5D7A5A"/>
          </a:solidFill>
          <a:ln>
            <a:solidFill>
              <a:srgbClr val="5D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840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84">
                <a:solidFill>
                  <a:srgbClr val="464646"/>
                </a:solidFill>
              </a:defRPr>
            </a:pPr>
            <a:r>
              <a:t>Build a modern wellness ecosystem combining everyday health, performance wellness, and premium nootropics.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4" b="1">
                <a:solidFill>
                  <a:srgbClr val="222222"/>
                </a:solidFill>
              </a:rPr>
              <a:t>Counter Concept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27432"/>
          </a:xfrm>
          <a:prstGeom prst="rect">
            <a:avLst/>
          </a:prstGeom>
          <a:solidFill>
            <a:srgbClr val="5D7A5A"/>
          </a:solidFill>
          <a:ln>
            <a:solidFill>
              <a:srgbClr val="5D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840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84">
                <a:solidFill>
                  <a:srgbClr val="464646"/>
                </a:solidFill>
              </a:defRPr>
            </a:pPr>
            <a:r>
              <a:t>Premium tabletop QR-based wellness discovery counter for gyms and wellness spaces.</a:t>
            </a:r>
          </a:p>
        </p:txBody>
      </p:sp>
      <p:pic>
        <p:nvPicPr>
          <p:cNvPr id="5" name="Picture 4" descr="a_clean_professional_product_display_marketing_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914400"/>
            <a:ext cx="4389120" cy="35125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4" b="1">
                <a:solidFill>
                  <a:srgbClr val="222222"/>
                </a:solidFill>
              </a:rPr>
              <a:t>Product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27432"/>
          </a:xfrm>
          <a:prstGeom prst="rect">
            <a:avLst/>
          </a:prstGeom>
          <a:solidFill>
            <a:srgbClr val="5D7A5A"/>
          </a:solidFill>
          <a:ln>
            <a:solidFill>
              <a:srgbClr val="5D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840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84">
                <a:solidFill>
                  <a:srgbClr val="464646"/>
                </a:solidFill>
              </a:defRPr>
            </a:pPr>
            <a:r>
              <a:t>CORE SERIES for daily wellness.</a:t>
            </a:r>
            <a:br/>
            <a:r>
              <a:t>PERFORMANCE SERIES for advanced nootropics, recovery &amp; liposomal products.</a:t>
            </a:r>
          </a:p>
        </p:txBody>
      </p:sp>
      <p:pic>
        <p:nvPicPr>
          <p:cNvPr id="5" name="Picture 4" descr="a_clean_high_end_product_branding_mockup_cata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914400"/>
            <a:ext cx="438912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4" b="1">
                <a:solidFill>
                  <a:srgbClr val="222222"/>
                </a:solidFill>
              </a:rPr>
              <a:t>Gym Distribution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27432"/>
          </a:xfrm>
          <a:prstGeom prst="rect">
            <a:avLst/>
          </a:prstGeom>
          <a:solidFill>
            <a:srgbClr val="5D7A5A"/>
          </a:solidFill>
          <a:ln>
            <a:solidFill>
              <a:srgbClr val="5D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840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84">
                <a:solidFill>
                  <a:srgbClr val="464646"/>
                </a:solidFill>
              </a:defRPr>
            </a:pPr>
            <a:r>
              <a:t>QR ordering + revenue sharing.</a:t>
            </a:r>
            <a:br/>
            <a:r>
              <a:t>No inventory risk for gyms.</a:t>
            </a:r>
            <a:br/>
            <a:r>
              <a:t>Offline discovery, online conversion.</a:t>
            </a:r>
          </a:p>
        </p:txBody>
      </p:sp>
      <p:pic>
        <p:nvPicPr>
          <p:cNvPr id="5" name="Picture 4" descr="a_clean_professional_product_mockup_marketing_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914400"/>
            <a:ext cx="4389120" cy="36837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4" b="1">
                <a:solidFill>
                  <a:srgbClr val="222222"/>
                </a:solidFill>
              </a:rPr>
              <a:t>Content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27432"/>
          </a:xfrm>
          <a:prstGeom prst="rect">
            <a:avLst/>
          </a:prstGeom>
          <a:solidFill>
            <a:srgbClr val="5D7A5A"/>
          </a:solidFill>
          <a:ln>
            <a:solidFill>
              <a:srgbClr val="5D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840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84">
                <a:solidFill>
                  <a:srgbClr val="464646"/>
                </a:solidFill>
              </a:defRPr>
            </a:pPr>
            <a:r>
              <a:t>Educational reels built around wellness stacks:</a:t>
            </a:r>
            <a:br/>
            <a:r>
              <a:t>Brain Health, Recovery, Calm Productivity, Longevity &amp; Cortisol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4" b="1">
                <a:solidFill>
                  <a:srgbClr val="222222"/>
                </a:solidFill>
              </a:rPr>
              <a:t>Transparency 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27432"/>
          </a:xfrm>
          <a:prstGeom prst="rect">
            <a:avLst/>
          </a:prstGeom>
          <a:solidFill>
            <a:srgbClr val="5D7A5A"/>
          </a:solidFill>
          <a:ln>
            <a:solidFill>
              <a:srgbClr val="5D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840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84">
                <a:solidFill>
                  <a:srgbClr val="464646"/>
                </a:solidFill>
              </a:defRPr>
            </a:pPr>
            <a:r>
              <a:t>“We Have Nothing To Hide.”</a:t>
            </a:r>
            <a:br/>
            <a:r>
              <a:t>Transparent labels, clean ingredients, science-backed formulations.</a:t>
            </a:r>
          </a:p>
        </p:txBody>
      </p:sp>
      <p:pic>
        <p:nvPicPr>
          <p:cNvPr id="5" name="Picture 4" descr="a_clean_professional_product_display_marketing_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914400"/>
            <a:ext cx="4389120" cy="35125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4" b="1">
                <a:solidFill>
                  <a:srgbClr val="222222"/>
                </a:solidFill>
              </a:rPr>
              <a:t>Vision for KENWELL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27432"/>
          </a:xfrm>
          <a:prstGeom prst="rect">
            <a:avLst/>
          </a:prstGeom>
          <a:solidFill>
            <a:srgbClr val="5D7A5A"/>
          </a:solidFill>
          <a:ln>
            <a:solidFill>
              <a:srgbClr val="5D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840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84">
                <a:solidFill>
                  <a:srgbClr val="464646"/>
                </a:solidFill>
              </a:defRPr>
            </a:pPr>
            <a:r>
              <a:t>A premium wellness ecosystem built around performance, longevity, transparency and modern health.</a:t>
            </a:r>
          </a:p>
        </p:txBody>
      </p:sp>
      <p:pic>
        <p:nvPicPr>
          <p:cNvPr id="5" name="Picture 4" descr="wide_clean_product_packaging_mockup_layout_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914400"/>
            <a:ext cx="4389120" cy="2926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